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8회차. 7회차(Cloud API) 정반대 관점 — Local LLM(데이터 외부 전송 없음). 4종을 MCP로 감쌈. 코드는 Claude가 생성. 출처: https://code.claude.com/docs/en/mcp , https://code.claude.com/docs/en/desktop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골든서클. Cloud(외부 전송) vs Local(장비 안). 온프레미스·비학습. ICTK 보안 IC 적합. 비학습은 일반 원리로(제품 정책 단정 회피). 출처: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Cloud/Local 5축 대비. 균형 메시지(데이터 민감도+성능으로 선택). Local 단점도 솔직히. 사양·속도 단정 회피. 출처: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4종 2×2 개요. EXAONE(LG 경량 LLM 계열)·Docling(문서 구조 변환)·Whisper+pyannote(STT+화자분리)·Qwen3-VL(VLM). 버전·벤치마크 단정 회피. 출처: https://modelcontextprotocol.io/docs/develop/build-server ,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서버화(4회차 재활용). 공식: stdio servers run as local processes, ideal for direct system access/custom scripts → Local LLM 래핑에 적합. Tool=사람 승인 후 실행. 출처: https://code.claude.com/docs/en/mcp , https://modelcontextprotocol.io/docs/develop/build-server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전반(요약·PDF변환). 둘 다 직접. Docling→EXAONE 연결(파이프라인). 코드는 Claude가 생성. 출처: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후반(STT+화자분리·이미지 분석). 둘 다 직접. Whisper(STT)+pyannote(화자분리)=화자별 회의록, Qwen3-VL=VLM. 민감 원본 로컬 처리. 출처: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의사결정. 데이터 민감도→망 환경→성능 순 분기. Local/Cloud는 배타 아님, 단계별 혼합 가능. '신호'로 제시. 출처: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ICTK 8회차판. 온프레미스·비학습·데이터 격리 + 사람 승인·폴더 격리. '로컬이라 무조건 안전' 오해 방지. 신뢰 출처·민감정보 비기재. 출처: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 회차 흐름 7→8→9(9회차부터 ICTK 자사 PoC). 2주 과제(6회차에 Local LLM MCP 추가). 출처: https://code.claude.com/docs/en/mcp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8회차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78892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2788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502920"/>
            <a:ext cx="1261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8회차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307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LLM 연동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307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밖으로 내보내지 않는 AI 자동화 — 내 PC/온프레미스 경량 모델을 MCP로 연결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임직원 (비개발자 포함 입문자)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3208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데스크톱 앱 — "Code" 탭 (GUI)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29216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</p:sp>
      <p:sp>
        <p:nvSpPr>
          <p:cNvPr id="17" name="Text 15"/>
          <p:cNvSpPr/>
          <p:nvPr/>
        </p:nvSpPr>
        <p:spPr>
          <a:xfrm>
            <a:off x="9729216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2096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7회차 복습 → 8회차 Local LLM(MCP) → 2주 과제 → 9회차 예고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핵심: EXAONE·Docling·Whisper+pyannote·Qwen3-VL을 로컬에서 돌려 MCP로 감싸 연결 — 데이터가 밖으로 안 나갑니다. 보안 IC(PUF) 기업 ICTK에 특히 적합.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민감한 데이터는 밖으로 내보내지 않는다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골든서클: WHY → HOW →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858000" cy="2788920"/>
          </a:xfrm>
          <a:prstGeom prst="roundRect">
            <a:avLst>
              <a:gd name="adj" fmla="val 262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19072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190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0078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영업비밀·설계자료·고객정보처럼 밖으로 나가면 안 되는 데이터가 있음 — Cloud API는 외부 서버로 전송됨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587752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877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56946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LLM(내 PC·회사 서버 안에서만 도는 경량 AI)으로 처리하면 데이터가 장비 밖으로 안 나감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456432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5643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43814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LLM을 MCP 서버로 감싸 Claude에 연결 → 외부 전송 없이 요약·PDF변환·받아쓰기·이미지 분석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0876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7회차(Cloud)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8회차(Local)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위치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클라우드 서버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PC / 온프레미스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이동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외부로 전송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밖으로 안 나감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편의·성능·최신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격리·오프라인·비용 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" name="Image 0" descr="C:\Users\hiond\plugins\courseware\output\ictk-automation-bootcamp\decks\08-local-llm\images\s2_data_stays_loc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4114800"/>
            <a:ext cx="6583680" cy="1417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4526280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45262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ICTK: 보안 IC(PUF) 기업에 특히 적합 — 민감 자료를 외부 클라우드에 보내지 않고 온프레미스에서 처리. Local LLM은 보통 내 데이터를 학습에 쓰지 않음(비학습)이라 데이터 주권을 지킴.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 vs Local — 언제 어느 쪽? 한눈에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민감도와 필요한 성능으로 고름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3716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Cloud LLM (7회차)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Local LLM 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격리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서버로 전송됨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밖으로 안 나감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성능·모델 크기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최신·대형 모델 가능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경량 모델 위주(용도 특화)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호출량만큼 과금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비용 없음(장비·전기만)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연결 필요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오프라인도 가능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 발급하면 바로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내려받기·장비 사양 필요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92040"/>
            <a:ext cx="1371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Local의 강점: 데이터가 안 나감 · 호출 비용 없음 · 망 분리/오프라인 환경에서도 동작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Cloud의 강점: 가장 크고 똑똑한 모델 · 설치·장비 부담 없음 · 빠른 시작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589788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89788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요점: 민감 데이터 → Local, 편의·최고 성능 → Cloud. (선택 기준은 슬라이드 8에서 재정리 — 오늘은 "민감 데이터" 쪽에 집중)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도구 4종 — 용도별 경량 Local LLM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만능 1개가 아니라 용도별 4개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EXAONE · 문서 요약·정리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대표적으로 LG가 공개한 경량 LLM 계열 — 긴 보고서·메일을 로컬에서 요약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8288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Docling · PDF·문서 구조 변환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PDF·문서를 표·제목·문단 구조를 살린 텍스트(마크다운 등)로 변환 — 후속 요약·검색 입력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C053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Whisper + pyannote · 받아쓰기+화자분리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Whisper=음성→텍스트(STT), pyannote=누가 언제 말했는지(화자 분리) → 화자별 회의록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09160" y="36576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6576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6576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Qwen3-VL · 이미지 이해(VLM)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사진·도면·표 이미지를 보고 설명하는 비전-언어 모델 — "이 이미지에 뭐가 있나?"에 답</a:t>
            </a:r>
            <a:endParaRPr lang="en-US" sz="1600" dirty="0"/>
          </a:p>
        </p:txBody>
      </p:sp>
      <p:pic>
        <p:nvPicPr>
          <p:cNvPr id="21" name="Image 0" descr="C:\Users\hiond\plugins\courseware\output\ictk-automation-bootcamp\decks\08-local-llm\images\s4_four_local_t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1828800"/>
            <a:ext cx="5029200" cy="35204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57200" y="557784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57784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공통점: 4종 모두 로컬에서 동작 → 데이터가 외부로 안 나감. 각각을 MCP 서버로 감싸 Claude에 연결(슬라이드 5).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원리 — Local LLM을 "MCP 서버"로 감싸 연결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감싸야 Claude가 도구함에서 부름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무엇을 — "EXAONE으로 문서 요약 기능을 MCP로" 말로 요청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34056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34056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생성 — Claude가 로컬 stdio MCP 서버 코드 작성·설명 → diff Accept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02152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02152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연결 — 데스크톱에서 MCP로 등록 → 도구 확인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70248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7024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사용 — Claude가 호출, 모델이 내 PC에서 돌아 데이터 안 나감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0" y="1965960"/>
            <a:ext cx="6858000" cy="1783080"/>
          </a:xfrm>
          <a:prstGeom prst="roundRect">
            <a:avLst>
              <a:gd name="adj" fmla="val 307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2075688"/>
            <a:ext cx="652881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서버가 노출하는 것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도구(Tools): Claude가 호출(사람 승인 후 실행)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예: summarize_local(텍스트) → 요약문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 위치: 내 PC의 로컬 프로세스(stdio)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— 외부 전송 없음</a:t>
            </a:r>
            <a:endParaRPr lang="en-US" sz="1600" dirty="0"/>
          </a:p>
        </p:txBody>
      </p:sp>
      <p:pic>
        <p:nvPicPr>
          <p:cNvPr id="16" name="Image 0" descr="C:\Users\hiond\plugins\courseware\output\ictk-automation-bootcamp\decks\08-local-llm\images\s5_local_mcp_wr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3886200"/>
            <a:ext cx="6858000" cy="13258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200" y="544068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44068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MCP 서버에는 로컬에서 도는 종류(stdio)가 있음 — "내 PC의 로컬 프로세스로 직접 시스템에 접근하는 맞춤 스크립트"에 적합. Local LLM을 감싸기에 딱 맞고, 데이터는 장비 안에 머묾.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문서 요약(EXAONE) · PDF 변환(Docling) MCP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로컬 실행 → 외부 전송 없음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766560" cy="292608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문서 요약 MCP · EXAONE [직접]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63642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EXAONE을 호출하는 문서 요약 MCP 서버를 만들고 등록 → "이 보고서 요약해줘"로 호출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사내 문서를 외부로 보내지 않고 로컬에서 요약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1828800"/>
            <a:ext cx="6766560" cy="292608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PDF 변환 MCP · Docling [직접]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7808" y="2450592"/>
            <a:ext cx="63642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PDF를 구조 보존 텍스트(마크다운 등)로 바꾸는 변환 MCP 서버를 만듦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결과를 ①의 요약 MCP에 넘기면 "PDF → 텍스트 → 요약" 한 줄기로 연결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코드는 Claude가 생성·설명 — 내가 할 일은 "어떤 입력을 받아 무엇을 돌려줄지"를 말로 정의. 두 MCP를 이으면 작은 로컬 문서 파이프라인 완성.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STT+화자분리(Whisper+pyannote) · 이미지 분석(Qwen3-VL)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음성·이미지도 로컬에서 처리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766560" cy="292608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STT+화자분리 MCP · Whisper+pyannote [직접]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63642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녹음을 텍스트로 받아쓰고(Whisper), 누가 언제 말했는지 나눠(pyannote) 화자별 회의록 MCP 서버를 만듦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음성을 외부로 보내지 않고 화자별 정리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1828800"/>
            <a:ext cx="6766560" cy="292608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이미지 분석 MCP · Qwen3-VL [직접]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7808" y="2450592"/>
            <a:ext cx="63642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도면·표·사진 이미지를 보고 설명하는 분석 MCP 서버를 만듦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도면에서 핵심 부품을 짚어줘" 같은 질문에 로컬 VLM으로 답함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ICTK 포인트: 회의 녹음·설계 도면 같은 민감 자료일수록 로컬 처리의 가치가 큼 — 음성·이미지 원본이 장비 밖으로 나가지 않음.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Local, 언제 Cloud? — 선택 기준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섞어 쓰는 게 정답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고르는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데이터가 민감한가? → 예: Local 우선(밖으로 안 나감)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8036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인터넷·망 분리 환경인가? → 오프라인 필요: Local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4904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가장 크고 똑똑한 성능이 필요한가? → 예: Cloud(7회차)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61772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그 외 가벼운·반복 작업 → Local로 비용 절감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89520" y="2011680"/>
            <a:ext cx="6583680" cy="3291840"/>
          </a:xfrm>
          <a:prstGeom prst="roundRect">
            <a:avLst>
              <a:gd name="adj" fmla="val 222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121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한눈에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26060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신호: 민감 데이터 · 오프라인/망 분리 · 호출 비용 줄이기 · 단순·반복 작업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 신호: 최고 성능·대형 모델 · 빠른 시작(설치 부담 X) · 일회성·비민감 작업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57784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7784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요점: "민감하면 Local, 최고 성능이면 Cloud" — 단계별 혼합도 가능(예: 로컬에서 민감정보 가린 뒤, 비민감 부분만 Cloud로).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안전 수칙 — 로컬이라도 "기본기"는 그대로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'로컬이라 안전'에 방심하지 않기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온프레미스·데이터 격리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LLM은 장비 안에서 처리되어 데이터가 안 나가는 게 핵심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모델·도구도 신뢰 출처(공식·사내)에서만 받음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비학습·민감정보 비기재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처리라 외부 학습에 데이터가 흘러가지 않음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비밀번호·핵심 보안 자산을 MCP 설정/스크립트에 그대로 적지 말 것(파일은 공유·커밋될 수 있음)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사람 최종 승인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도구 실행·편집은 diff를 보고 Accept/Reject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Claude는 내가 고른 폴더 안에서만 작업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7492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인젝션(외부 문서·이미지 속 숨은 지시문이 Claude를 속이는 공격)은 로컬에서도 경계 — 신뢰하는 MCP 서버만 연결.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회차 흐름 · 2주 과제 · 9회차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요약 / 흐름 / 할 일 / 다음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8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LLM = 내 PC/온프레미스 경량 모델 → 데이터가 밖으로 안 나감: 4종(EXAONE·Docling·Whisper+pyannote·Qwen3-VL)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= 로컬 MCP 서버로 감싸기(코드는 Claude가 생성) / 민감하면 Local, 최고 성능이면 Cloud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흐름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Cloud LLM API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클라우드 모델 호출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Local LLM 연동(MCP)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전송 없이 내 장비에서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9회차(예고)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ICTK 특화 ①(지침만)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자사 PoC 시작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16052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과제 — 6회차 산출물에 Local LLM 연동 MCP 추가: ① 고르기(4종 중 내 업무에 맞는 1개) → ② 만들기(그 모델을 감싼 MCP를 6회차 산출물에 연결) → ③ 실사용·개선(민감 자료로 직접 돌려보고 개선점 기록)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512064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12064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9회차 예고 — ICTK 특화 ①: 외부 MCP/API 없이 순수 지침만으로 자사 업무 플러그인을 개발. 외부·로컬 도구를 잠시 내려놓고 ICTK 자사 PoC를 시작합니다.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8회차 — Local LLM 연동</dc:title>
  <dc:subject>Claude Code 업무 자동화 부트캠프 8회차</dc:subject>
  <dc:creator>Unicorn / 이해경</dc:creator>
  <cp:lastModifiedBy>Unicorn / 이해경</cp:lastModifiedBy>
  <cp:revision>1</cp:revision>
  <dcterms:created xsi:type="dcterms:W3CDTF">2026-06-16T11:32:43Z</dcterms:created>
  <dcterms:modified xsi:type="dcterms:W3CDTF">2026-06-16T11:32:43Z</dcterms:modified>
</cp:coreProperties>
</file>