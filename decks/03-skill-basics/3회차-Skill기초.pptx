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3회차 시작. 2회차(커넥터·루틴·Computer use) 상기 → 오늘은 반복 프롬프트/작업을 SKILL.md로 승격해 재사용하는 Skill을 배움. 데스크톱 앱 Code 탭(GUI), 터미널 아님. 유료 계정 필요. 회차 비교표는 슬라이드 11로 이동. 출처: https://code.claude.com/docs/en/skills , https://code.claude.com/docs/en/desktop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공식 메시지 '같은 지시·체크리스트·다단계 절차를 반복 붙여넣을 때, CLAUDE.md 한 섹션이 절차로 커졌을 때 스킬로'. 오늘은 외부 도구 없이 지침만, 산출물 SKILL.md 1개. 출처: https://code.claude.com/docs/en/skills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공식 'Skills extend what Claude can do. Create a SKILL.md file with instructions, and Claude adds it to its toolkit.' 3대 이점(Specialize/Reduce repetition/Compose)=overview Key benefits. 레시피 비유. 출처: https://code.claude.com/docs/en/skills , https://platform.claude.com/docs/en/agents-and-tools/agent-skills/overview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'YAML 프런트매터'를 '파일 맨 위 설정 칸'으로 풀어씀. 필수 필드 name·description 둘뿐(Claude Code는 description만 권장). 본문 간결(세션 내내 컨텍스트 잔존→토큰 비용, 500줄 이하 권장). name 제약(소문자·숫자·하이픈·64자·예약어 금지)은 구두 보충. 출처: https://code.claude.com/docs/en/skills , https://platform.claude.com/docs/en/agents-and-tools/agent-skills/best-practices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 트리거 원리: 시작 시 name·description만 시스템 프롬프트에, 요청 매칭 시 본문 로드(progressive disclosure L1 이름표~100토큰→L2 본문→L3 첨부). description 3인칭 필수(공식 best-practices). 출처: https://platform.claude.com/docs/en/agents-and-tools/agent-skills/best-practices , https://platform.claude.com/docs/en/agents-and-tools/agent-skills/overview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'Where skills live'(개인 ~/.claude/skills/, 프로젝트 .claude/skills/). 호출 이름=폴더 이름. 충돌 우선순위 enterprise&gt;personal&gt;project는 구두 보충. 프로젝트 스킬 allowed-tools는 workspace trust 후 적용 → ICTK 검토 권고. 출처: https://code.claude.com/docs/en/skills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메시지='만들지 말고 바로 쓰기'. CLI 플래그는 본문 제거, '한 줄 효용 + /명령어'로 통일. 정확 구문(구두): /code-review [low|medium|high|xhigh|max|ultra] [--fix] [--comment] [target] — ultra는 effort 레벨 값, /ultrareview는 alias(여전히 유효, deprecated로 말하지 말 것). Code 탭 미지원 4종은 ⚙️ Settings 대체. 출처: https://code.claude.com/docs/en/commands , https://code.claude.com/docs/en/skills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'Create your first skill' summarize-changes 튜토리얼(요청→생성→diff 승인→자동/직접 호출). 데스크톱은 프롬프트로 '스킬 폴더와 SKILL.md를 만들어줘' 요청 후 diff Accept(터미널 mkdir 표현 금지). 트러블슈팅: 안 불려오면 키워드/재표현/직접 호출, 너무 자주면 description 구체화·disable-model-invocation:true('자동 호출 끄기'). 출처: https://code.claude.com/docs/en/skills , https://code.claude.com/docs/en/desktop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2종. 카드①=[직접 실습](지침만), 카드②=[데모](웹검색·PPT 등 도구 연동 포함 → '지침만' 범주 밖). 산출물=SKILL.md 1개(카드①). 선택: 법률상담 스킬(Korean Law MCP) 데모. 출처: https://code.claude.com/docs/en/skills , https://platform.claude.com/docs/en/agents-and-tools/agent-skills/overview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'Security considerations': 신뢰 출처만(직접 제작/Anthropic), 외부는 전 파일 감사, '소프트웨어 설치처럼'. 민감정보 비기재(SKILL.md가 git 커밋·팀 공유 대상). diff Accept/Reject + 위험 작업 disable-model-invocation:true. 출처: https://platform.claude.com/docs/en/agents-and-tools/agent-skills/overview , https://code.claude.com/docs/en/skills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타이틀의 회차 비교표를 흡수. 2주 과제: 2회차 루틴 후보를 Skill로 구현·3회 이상 실사용·개선점 기록(4회차 재료). 학습 연속성: 2회차(연결·자동반복)→3회차(지침만 Skill)→4회차(Skill 심화+웹브라우저 MCP+MCP 개발). 출처: https://code.claude.com/docs/en/skills , https://code.claude.com/docs/en/commands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3회차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3회차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기초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98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작업을 "나만의 자동화 레시피"로 — 매번 다시 적던 프롬프트를 한 번 만들어 재사용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Chat·Cowork·Code 중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복습 → 3회차 Skill → 2주 과제 → 4회차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약속: 같은 지시를 매번 다시 적지 않습니다. SKILL.md 한 개로 "나만의 자동화 레시피"를 만들어 재사용합니다.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같은 프롬프트를 다시 적지 마세요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지시·체크리스트·여러 단계 절차를 채팅에 반복해서 붙여넣고 있다면, 바로 그때가 Skill로 만들 시점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절차를 SKILL.md 파일 하나에 자연어로 적어두면, Claude가 자기 "도구함"에 추가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이후엔 한 번 만든 자동화를 자동으로(요청이 맞으면) 또는 "/이름"으로 바로 재사용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65836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지시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매번 같은 프롬프트 재입력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번 만들어 재사용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보관 형태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머릿속·메모장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SKILL.md 파일로 저장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그때그때 타이핑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트리거 또는 /스킬이름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21208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외부 도구 없이 자연어 지침만으로 동작하는 Skill을 만듦 — 산출물은 SKILL.md 1개(문서 초안 생성용)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Skill이란? — 나만의 자동화 레시피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SKILL.md로 Claude의 능력을 넓히기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SKILL.md에 지침을 적어 Claude의 능력을 넓히는 것 — 만들면 Claude의 "도구함"에 추가됩니다.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94560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3776A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3042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76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전문가화 (Specialize)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범용 Claude에 "우리 회사 방식·체크리스트"를 입혀 그 일에 능숙한 전문가로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93008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6E3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6027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6E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제거 (Reduce repetition)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" y="399592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만들면 관련 상황에서 알아서 재사용 — 매번 설명할 필요 없음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791456"/>
            <a:ext cx="7863840" cy="1207008"/>
          </a:xfrm>
          <a:prstGeom prst="roundRect">
            <a:avLst>
              <a:gd name="adj" fmla="val 606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791456"/>
            <a:ext cx="146304" cy="1207008"/>
          </a:xfrm>
          <a:prstGeom prst="roundRect">
            <a:avLst>
              <a:gd name="adj" fmla="val 25000"/>
            </a:avLst>
          </a:prstGeom>
          <a:solidFill>
            <a:srgbClr val="1A5E7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0118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5E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(Compose)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294376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Skill을 이어 붙여 복잡한 업무 흐름을 구성</a:t>
            </a:r>
            <a:endParaRPr lang="en-US" sz="1600" dirty="0"/>
          </a:p>
        </p:txBody>
      </p:sp>
      <p:pic>
        <p:nvPicPr>
          <p:cNvPr id="19" name="Image 0" descr="C:\Users\hiond\plugins\courseware\output\ictk-automation-bootcamp\decks\03-skill-basics\images\s3_skill_recip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95360" y="2194560"/>
            <a:ext cx="5577840" cy="365760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457200" y="617220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61722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비유: Skill은 요리 레시피 — 한 번 적어두면 매번 같은 결과를 빠르게 재현합니다.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구조 — 1회차 5요소의 확장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칸(언제 쓸지) ② 본문(어떻게 할지)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아래로 읽는 구조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574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설정 칸 시작 (---)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name(스킬 이름) · description(무엇을·언제)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9718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설정 칸 끝 (---)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6675120" cy="777240"/>
          </a:xfrm>
          <a:prstGeom prst="roundRect">
            <a:avLst>
              <a:gd name="adj" fmla="val 7059"/>
            </a:avLst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886200"/>
            <a:ext cx="6675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본문(자연어 지침)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1회차 5요소(역할·맥락·입력·작업방법·출력·제약)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8952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= 5요소의 확장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057400"/>
          <a:ext cx="6583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본문 섹션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적는 내용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목표·역할·맥락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위해, 어떤 역할로, 어떤 상황에서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입력·작업방법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받을 정보 / 따라야 할 단계·체크리스트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출력·제약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형식 / 하지 말아야 할 것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53492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53492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꼭 필요한 건 둘뿐 — 이름표 한 개(name) + 설명 한 줄(description: 무엇+언제). 본문은 짧게(권장 500줄 이하): 한 번 불려오면 대화 내내 남아 길수록 매번 비용이 듭니다.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description이 핵심 — 자동으로 불려오는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평소엔 이름·description만, 맞을 때만 본문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트리거 흐름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시작 시 이름·description만 인지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852928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852928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내 요청과 비교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4297680" cy="713232"/>
          </a:xfrm>
          <a:prstGeom prst="roundRect">
            <a:avLst>
              <a:gd name="adj" fmla="val 7692"/>
            </a:avLst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694176"/>
            <a:ext cx="4297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맞으면 SKILL.md 본문 불러와 실행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83480" y="1783080"/>
            <a:ext cx="4480560" cy="310896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4648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description 원칙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237744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 + 언제를 모두, 사용자가 자연스럽게 말할 키워드로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3인칭으로: "엑셀 파일을 처리하고 보고서를 만듦"(O) / "제가 도와드릴게요"(X)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"문서 관련 도움을 줌" 같은 모호한 표현 금지</a:t>
            </a:r>
            <a:endParaRPr lang="en-US" sz="1600" dirty="0"/>
          </a:p>
        </p:txBody>
      </p:sp>
      <p:pic>
        <p:nvPicPr>
          <p:cNvPr id="15" name="Image 0" descr="C:\Users\hiond\plugins\courseware\output\ictk-automation-bootcamp\decks\03-skill-basics\images\s5_progressive_disclos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92640" y="1783080"/>
            <a:ext cx="448056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57200" y="5257800"/>
            <a:ext cx="13716000" cy="73152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5257800"/>
            <a:ext cx="1335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요점: 평소엔 이름표(약 100토큰 = AI가 읽는 글자 분량)만, 쓸 때만 본문을 읽음 → 스킬을 많이 만들어도 평소 부담이 거의 없습니다.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둘까? — 유저 vs 프로젝트 스코프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위치가 곧 사용 범위(스코프)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3716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846320"/>
                <a:gridCol w="2926080"/>
                <a:gridCol w="4206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스코프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위치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적합한 경우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유저(개인)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~/.claude/skills/이름/SKILL.md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(내 PC의 개인 폴더)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모든 폴더에서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 혼자 두루 쓰는 개인 도구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.claude/skills/이름/SKILL.md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(이 작업 폴더 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폴더에서만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공유·특정 프로젝트 전용 절차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25196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 이름은 폴더 이름에서 옴 — .claude/skills/summarize-changes/ → /summarize-changes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 반영: 만들거나 고치면 보통 재시작 없이 현재 세션에 즉시 적용(SKILL.md 텍스트 기준)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544068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44068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ICTK 포인트: 팀 공유용 프로젝트 스킬은 폴더를 신뢰(workspace trust)해야 자동 권한이 적용됨 → 신뢰 전 스킬 내용을 검토하는 것이 "데이터 격리·사람 최종 승인" 기본기와 연결됩니다.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만들지 말고 바로 쓰기 — Claude 내장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박스에 "/"만 입력 (설치 불필요)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/goal · 목표 끝까지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조건을 선언하면 그 조건이 충족될 때까지 Claude가 턴을 넘어 계속 작업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(예: "테스트가 통과할 때까지")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/code-review · 코드 품질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변경한 코드의 버그·정리할 곳을 점검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606040"/>
          </a:xfrm>
          <a:prstGeom prst="roundRect">
            <a:avLst>
              <a:gd name="adj" fmla="val 280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/security-review · 보안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변경분을 보안 취약점(인젝션·인증·데이터 노출) 관점에서 분석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같은 보안 기업에 유용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5029200"/>
            <a:ext cx="1371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밖에 /review(PR 리뷰), /loop(반복 실행) 등도 기본 제공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Code 탭 주의: /permissions·/config·/agents·/doctor는 Code 탭 미지원 → ⚙️ Settings로 대체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앱에서 Skill 만들기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 부탁하면 Claude가 파일을 만들어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 (3단계)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5740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요청: "내 변경사항을 요약하는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summarize-changes 스킬을 만들어줘"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0175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승인: 폴더·SKILL.md 생성 제안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diff를 보고 Accept/Reject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977640"/>
            <a:ext cx="5943600" cy="82296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테스트: "내가 뭘 바꿨지?"로 자동 호출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/summarize-changes 로 직접 실행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75120" y="1600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 최소 예시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2057400"/>
            <a:ext cx="7498080" cy="2788920"/>
          </a:xfrm>
          <a:prstGeom prst="roundRect">
            <a:avLst>
              <a:gd name="adj" fmla="val 19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9712" y="2167128"/>
            <a:ext cx="7168896" cy="2569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summarize-changes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Summarizes recent file changes.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 when the user asks what changed.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변경사항 요약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작업방법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최근 변경 파일을 확인</a:t>
            </a:r>
            <a:endParaRPr lang="en-US" sz="16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변경 요지를 항목으로 정리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525780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25780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Claude는 Skill 형식을 이미 알고 있어 별도 도구 없이 만들어 줍니다. 안 불려오면 description에 키워드 보강, 너무 자주 불려오면 description을 더 구체적으로(또는 자동 호출 끄기 설정).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2종 — 문서 스킬 / 정보조사 스킬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168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문서 스킬 — 표준 초안·요약  [직접 실습]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없이 지침만으로 동작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쓰는 보고서·회의록 양식을 SKILL.md에 담아 /문서초안 또는 /문서요약으로 호출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매번 양식을 설명하지 않고 한 번에 표준 초안 생성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06640" y="201168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2011680"/>
            <a:ext cx="676656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0" y="201168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정보조사 스킬 — 조사→레포트→슬라이드  [데모]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07808" y="2697480"/>
            <a:ext cx="6400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번의 호출로 특정 주제 검색 → 레포트 작성 → 웹페이지 가시화 → PPT 슬라이드까지 단계 실행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여러 단계 절차를 하나의 레시피로 묶는 체험 (웹 검색·PPT 생성 등 도구 연동 포함)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502920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2920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산출물: 직접 만드는 것은 ①(SKILL.md 1개, 문서 초안 생성용) — name·description·본문(목표·작업방법·출력)을 갖춰 완성   ·   (선택) 법률 상담 스킬(Korean Law MCP) 데모 관찰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안전 수칙 — 스킬도 "소프트웨어처럼"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편리해도 흔들리지 않는 3원칙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신뢰 출처만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스킬은 새 능력을 부여 → 소프트웨어 설치처럼 취급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만들었거나 Anthropic 제공한 것만. 외부 스킬은 SKILL.md·스크립트를 전부 감사 후 사용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93208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</p:sp>
      <p:sp>
        <p:nvSpPr>
          <p:cNvPr id="11" name="Text 9"/>
          <p:cNvSpPr/>
          <p:nvPr/>
        </p:nvSpPr>
        <p:spPr>
          <a:xfrm>
            <a:off x="5093208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민감정보 그대로 적지 않기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비밀번호·고객정보·ICTK 핵심 보안 자산 등을 SKILL.md에 그대로 적지 말 것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파일은 공유·커밋될 수 있음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94560"/>
            <a:ext cx="4434840" cy="2743200"/>
          </a:xfrm>
          <a:prstGeom prst="roundRect">
            <a:avLst>
              <a:gd name="adj" fmla="val 266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29216" y="219456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9729216" y="21945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816352"/>
            <a:ext cx="40325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편집·실행은 diff를 보고 Accept/Reject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배포·제출처럼 되돌리기 어려운 작업은 자동 호출 끄기 설정으로 막고 사람이 직접 호출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166360"/>
            <a:ext cx="13716000" cy="64008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1335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인젝션(외부 문서·스킬 속 숨은 지시문이 Claude를 속이는 공격)을 경계 — 신뢰되지 않은 스킬 연결 금지.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4회차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148840"/>
          </a:xfrm>
          <a:prstGeom prst="roundRect">
            <a:avLst>
              <a:gd name="adj" fmla="val 340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184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57400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= 나만의 자동화 레시피: 반복 작업을 SKILL.md(설정 칸+본문)로 승격 · 필수는 name·description(무엇+언제, 3인칭)</a:t>
            </a:r>
            <a:endParaRPr lang="en-US" sz="1600" dirty="0"/>
          </a:p>
          <a:p>
            <a:pPr algn="l"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저장: 유저(내 모든 폴더) vs 프로젝트(그 폴더만) · 내장 스킬(/goal·/code-review·/security-review)은 바로 사용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웹브라우저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연동 확장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2회차에서 설계한 반복 작업을 Skill로: ① 만들기(루틴 후보를 SKILL.md로) → ② 실사용(실제 업무 3회 이상) → ③ 개선(안 불려옴/오작동 등 개선점 기록 = 4회차 재료)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예고 — Skill 심화 + 웹브라우저 MCP: Playwright·Claude in Chrome로 웹을 다루고 MCP를 직접 개발. 오늘 만든 지침만의 Skill에 외부 연동을 더해 확장합니다.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3회차 — Skill 기초</dc:title>
  <dc:subject>Claude Code 업무 자동화 부트캠프 3회차</dc:subject>
  <dc:creator>Unicorn / 이해경</dc:creator>
  <cp:lastModifiedBy>Unicorn / 이해경</cp:lastModifiedBy>
  <cp:revision>1</cp:revision>
  <dcterms:created xsi:type="dcterms:W3CDTF">2026-06-16T10:08:18Z</dcterms:created>
  <dcterms:modified xsi:type="dcterms:W3CDTF">2026-06-16T10:08:18Z</dcterms:modified>
</cp:coreProperties>
</file>