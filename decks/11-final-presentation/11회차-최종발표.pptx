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11회차(최종) 캡스톤. [pw·컴퓨터유즈] 개발 + 9~11 PoC·검증 워크플로우 Plugin 패키징 + 발표·평가·수료. 출처: curriculum-plan.md 2장·3-11절·4절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캡스톤 회고. 학습 골격(Prompt→Skill→Skill+Agent→Plugin→확장→ICTK PoC)을 curriculum-plan 2장 로드맵 그대로. 수치 임의 창작 금지. 출처: curriculum-plan.md 2장, _xlsx_dump.txt 커리큘럼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 3-11 ICTK 전제. 공식 길 우선→사람 게이트→Computer use 최후 수단→고위험 제외. 착수 전 차단(ToS·robots·2FA/공동인증서). 출처: curriculum-plan.md 3-11절·1-4절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 3-11 핵심: 9~11 PoC + 검증(작성→검토) 워크플로우를 Plugin으로 패키징(6회차). 검증=5회차 작성자→검토자. 출처: curriculum-plan.md 3-11절·3-5·3-6절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5단계(문제→해결→데모→효과→다음). 베이스라인 대비(curriculum 1-4 정직한 측정·3-11 2주 과제). 데모는 준비된 입력. 출처: curriculum-plan.md 3-11절·1-4절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비중·수료 기준은 _xlsx_dump '평가 및 교육환경' 시트 정확 일치(출석 0.3·과제 0.4·PoC 0.3). 수료=AND 3조건. 보안 게이트 명시 가점. 출처: _xlsx_dump.txt, curriculum-plan.md 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우수 선정 4관점(실현성·교육효과·보안 준수·재사용성). 실현성 최우선(데모). 보안 준수=가점 연결. 출처: curriculum-plan.md 1-3절·4-2절·3-11절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 5대 기본기(curriculum 1-4): 데이터 격리·사람 최종 승인·최소 권한·감사로그·고위험 제외. 가점 연결. 출처: curriculum-plan.md 1-4절·3-11절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30(시범 적용·베이스라인)→60(개선·동료 배포)→90(정착·효과 공유·차기 후보). _xlsx_dump 11회차 30/60/90 계획. 수치는 본인 업무로. 출처: _xlsx_dump.txt, curriculum-plan.md 3-11절·1-4절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캡스톤 마무리. 0→1 경험 강조. 지속 성장 3스텝(슬9 30/60/90과 정합). 데이터 격리·사람 최종 승인으로 닫음. 출처: curriculum-plan.md 1-2절·1-4절·3-11절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8120"/>
            <a:ext cx="1371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863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ⓒ ICTK · Unicorn — Claude Code 업무 자동화 부트캠프 11회차 · 무단전재 및 배포 금지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78892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2788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502920"/>
            <a:ext cx="1261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E7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업무 자동화 부트캠프 · 11회차(최종) / 11회차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307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307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33시간의 여정을 "동작하는 자동화"로 증명 — 조별·개인별 플러그인 발표로 마무리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임직원 (비개발자 포함 입문자)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3208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데스크톱 앱 — "Code" 탭 (GUI)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29216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</p:sp>
      <p:sp>
        <p:nvSpPr>
          <p:cNvPr id="17" name="Text 15"/>
          <p:cNvSpPr/>
          <p:nvPr/>
        </p:nvSpPr>
        <p:spPr>
          <a:xfrm>
            <a:off x="9729216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12096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 회고 → [pw·컴퓨터유즈] 마무리·패키징 → 발표·평가 → 수료·현업 적용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핵심: 9~11회차 PoC와 검증 워크플로우를 하나의 Plugin으로 묶어 조별·개인별로 발표하고, 30/60/90일 현업 적용 계획으로 수료합니다.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여정 회고 — Prompt에서 ICTK PoC까지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단계마다 만들 수 있는 자동화 범위가 넓어졌다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5039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 골격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할 수 있게 됐나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Prompt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5요소 프롬프트 / 커넥터·루틴·Computer use 맛보기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Skill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작업을 SKILL.md로 승격 / 웹·자작 MCP 결합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Skill+Agent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작성자→검토자 다단계 워크플로우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Plugin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검증된 워크플로우를 묶어 사내 표준 배포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확장 → ⑤ ICTK PoC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7~8 / 9~11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파이썬·LLM API·자작 MCP / 자사 실제 업무 PoC·발표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C:\Users\hiond\plugins\courseware\output\ictk-automation-bootcamp\decks\11-final-presentation\images\s2_journey_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35440" y="1691640"/>
            <a:ext cx="4937760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[pw·컴퓨터유즈] 마무리 — "공식 길"부터, 사람이 게이트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흉내 내기 전에 더 안전한 길을 먼저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수단 우선순위 (위가 더 안전)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공식 Export·Open API — 있으면 무조건 우선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웹 자동 조작(Playwright MCP) — 로그인·최종 제출은 사람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118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Computer use(화면 직접 조작) — 둘 다 불가할 때만 최후 수단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9CA3A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43484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고위험 단계는 제외 — 사인오프·인증서 발급·전표 입력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89520" y="1965960"/>
            <a:ext cx="6583680" cy="2834640"/>
          </a:xfrm>
          <a:prstGeom prst="roundRect">
            <a:avLst>
              <a:gd name="adj" fmla="val 258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07568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착수 전 차단 게이트 (시작 전 검토)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2560320"/>
            <a:ext cx="6217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약관(ToS) 위반 여부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정책(robots) 허용 여부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인증(2FA·공동인증서) 리스크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2920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로그인·최종 제출·발급·전표 입력처럼 되돌리기 어려운 행위는 반드시 사람이 직접. Computer use는 잔여 범위에만, 고위험 단계는 아예 제외.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패키징 — 9~11회차 PoC를 하나의 Plugin으로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PoC와 검증 절차를 설치 가능한 Plugin으로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09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묶나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9회차 [지침만] + 10회차 [MCP·API] + 11회차 [pw·컴퓨터유즈] PoC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검증(작성→검토) 워크플로우(5회차) → 하나의 Plugin(스킬+서브에이전트+MCP 묶음)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7216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패키징 체크리스트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16052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구성요소: SKILL.md · 서브에이전트 · 필요한 MCP 설정이 한 폴더에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가이드(README): 무엇을·어떻게 설치·실행하는지(6회차 절차)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단계 내장: "작성→검토"로 누락·오류를 한 번 더 걸러 품질 게이트 확보</a:t>
            </a:r>
            <a:endParaRPr lang="en-US" sz="1600" dirty="0"/>
          </a:p>
        </p:txBody>
      </p:sp>
      <p:pic>
        <p:nvPicPr>
          <p:cNvPr id="11" name="Image 0" descr="C:\Users\hiond\plugins\courseware\output\ictk-automation-bootcamp\decks\11-final-presentation\images\s4_plugin_packag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0" y="1783080"/>
            <a:ext cx="5212080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구성 — 5단계 스토리라인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문제에서 시작해 효과로 끝낸다 (5분)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5단계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667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문제 — 현업의 반복·비효율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96312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96312"/>
            <a:ext cx="667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해결 자동화 — 어떤 Skill·Agent·Plugin으로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9544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9544"/>
            <a:ext cx="667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데모 — 실제 동작 화면(말보다 시연)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22776"/>
            <a:ext cx="667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효과 — 베이스라인 대비 얼마나 줄었나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636008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636008"/>
            <a:ext cx="6675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다음 단계 — 현업 확대·고도화 한 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89520" y="1783080"/>
            <a:ext cx="6583680" cy="292608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89280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말할 거리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0" y="2377440"/>
            <a:ext cx="6217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숫자로(주 N건·건당 N분), 효과도 같은 잣대로 비교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데모는 준비된 입력으로 한 번에 — 즉석 입력은 실패 위험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8348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효과는 반드시 베이스라인 대비로 — "빨라졌다"가 아니라 "30분→5분"처럼. 단, 측정값은 본인 PoC로 직접 측정한 내부 수치만 사용(외부 수치 임의 인용 금지).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· 수료 기준 — 무엇으로 수료가 결정되나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점수가 아니라 실습 산출물·적용 노력으로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3716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0332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비중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 방법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11회차 중 80% 이상(9회차 이상) 출석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과제 수행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 과제 제출·실행 기록(10회 중 70% 이상 제출)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최종 PoC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9~11회차 자사 PoC 개발 + 11회차 발표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114800"/>
            <a:ext cx="1371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 기준(셋 다 충족): 출석 80%↑(9회차↑) 그리고 과제 70%↑ 제출 그리고 최종 PoC 발표 완료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PoC는 1개 이상을 동작하는 형태로 구현(Skill·Skill+Agent·Plugin 중 택1 이상)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534924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34924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가점: 보안 거버넌스(데이터 격리·사람 최종 승인 등) 게이트를 PoC 설계서에 명시하면 가점.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 플러그인 선정 관점 — 4가지 잣대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화려함보다 "실제로 쓸 수 있는가"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6766560" cy="475488"/>
          </a:xfrm>
          <a:prstGeom prst="roundRect">
            <a:avLst>
              <a:gd name="adj" fmla="val 15385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실현성 · 정말 동작하는가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523744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데모에서 실제로 돌아가고, 현업 입력에 견디는가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192024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920240"/>
            <a:ext cx="6766560" cy="475488"/>
          </a:xfrm>
          <a:prstGeom prst="roundRect">
            <a:avLst>
              <a:gd name="adj" fmla="val 15385"/>
            </a:avLst>
          </a:prstGeom>
          <a:solidFill>
            <a:srgbClr val="1A6E36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92024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교육효과 · 배운 걸 잘 녹였는가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35240" y="2523744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Skill·Agent·Plugin 등 학습 골격을 적절히 활용했는가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77640"/>
            <a:ext cx="6766560" cy="475488"/>
          </a:xfrm>
          <a:prstGeom prst="roundRect">
            <a:avLst>
              <a:gd name="adj" fmla="val 15385"/>
            </a:avLst>
          </a:prstGeom>
          <a:solidFill>
            <a:srgbClr val="C053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7764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보안 준수 · 게이트를 지켰는가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581144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격리·사람 최종 승인·고위험 제외를 설계에 반영했는가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397764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3977640"/>
            <a:ext cx="6766560" cy="475488"/>
          </a:xfrm>
          <a:prstGeom prst="roundRect">
            <a:avLst>
              <a:gd name="adj" fmla="val 15385"/>
            </a:avLst>
          </a:prstGeom>
          <a:solidFill>
            <a:srgbClr val="1A5E7E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397764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재사용성 · 남도 쓸 수 있는가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35240" y="4581144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README·구성요소가 정리돼 동료가 설치·재사용 가능한가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603504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603504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실현성(실제 동작)을 최우선으로 — 발표의 데모와 직결됩니다. 보안 준수는 평가 가점·거버넌스와 연결.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보안 거버넌스 최종 점검 — 5대 기본기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편리해도 흔들리지 않는, 발표 전 마지막 점검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43484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데이터 격리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96312"/>
            <a:ext cx="4032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온프레미스·격리 실행·비학습(학습 안 함) 정책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자산은 격리 환경에서만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1874520"/>
            <a:ext cx="443484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18745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1874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사람 최종 승인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496312"/>
            <a:ext cx="4032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로그인·최종 제출·발급·전표 입력은 사람이 직접(Human-in-the-loop)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1874520"/>
            <a:ext cx="443484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18745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1874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최소 권한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496312"/>
            <a:ext cx="4032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권한은 꼭 필요한 만큼만 부여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048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04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감사로그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" y="4462272"/>
            <a:ext cx="6364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이력을 기록해 추적 가능하게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0" y="384048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384048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38404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고위험 제외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07808" y="4462272"/>
            <a:ext cx="6364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사인오프·인증서 발급·전표 입력은 자동화 범위에서 제외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44068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점검: 발표할 PoC가 위 5가지 중 무엇을 어떻게 지켰는지 설계서에 한 문장씩 적어두면 슬라이드 6의 가점으로 직결.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60 / 90일 업무 적용 계획 템플릿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수료가 끝이 아니라 시작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3716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10241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행동(예시)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시범 적용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발표한 PoC/Plugin을 본인 업무에 1건 실제 적용, 베이스라인(소요시간·누락) 측정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개선·확대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개선점 반영, 소속 팀 동료 1~2명에게 시범 배포·피드백 수집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90일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정착·공유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효과(베이스라인 대비)를 정리·공유, 차기 자동화 후보 1건 발굴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11480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원칙: 모든 단계에서 보안 게이트 유지(데이터 격리·사람 최종 승인) + 효과는 본인 측정값으로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493776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93776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 후 과제: 패키징한 Plugin을 소속 조직에 시범 배포하고 PoC 효과를 측정·공유하는 현업 적용 계획을 실행합니다.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 — 현업에서 계속 자라는 자동화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여러분은 이제 "직접 자동화를 만드는 사람"입니다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365760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745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결론: 프롬프트 한 줄에서 시작해 동작하는 Plugin까지 만들어 발표함 — 0에서 1을 만든 경험이 가장 큰 자산</a:t>
            </a:r>
            <a:endParaRPr lang="en-US" sz="1700" dirty="0"/>
          </a:p>
          <a:p>
            <a:pPr algn="l" marL="177800" indent="-1778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 자라게 하는 법: ① 작게 현업 1건 적용 → ② 개선점 기록(다음 자동화 재료) → ③ 동료와 공유(사내 표준으로)</a:t>
            </a:r>
            <a:endParaRPr lang="en-US" sz="1700" dirty="0"/>
          </a:p>
          <a:p>
            <a:pPr algn="l" marL="177800" indent="-1778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변하지 않는 기본기: 어떤 도구를 쓰든 데이터 격리 · 사람 최종 승인 — ICTK의 보안이 곧 신뢰</a:t>
            </a:r>
            <a:endParaRPr lang="en-US" sz="1700" dirty="0"/>
          </a:p>
        </p:txBody>
      </p:sp>
      <p:pic>
        <p:nvPicPr>
          <p:cNvPr id="7" name="Image 0" descr="C:\Users\hiond\plugins\courseware\output\ictk-automation-bootcamp\decks\11-final-presentation\images\s10_completion_grow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0" y="1737360"/>
            <a:ext cx="521208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48640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48640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한 걸음: 30/60/90일 계획을 이번 주에 30일 항목부터 시작. 막히면 같은 부트캠프 동료가 가장 빠른 도움입니다.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ICTK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11회차 — 최종 발표</dc:title>
  <dc:subject>Claude Code 업무 자동화 부트캠프 11회차</dc:subject>
  <dc:creator>Unicorn / 이해경</dc:creator>
  <cp:lastModifiedBy>Unicorn / 이해경</cp:lastModifiedBy>
  <cp:revision>1</cp:revision>
  <dcterms:created xsi:type="dcterms:W3CDTF">2026-06-16T12:00:35Z</dcterms:created>
  <dcterms:modified xsi:type="dcterms:W3CDTF">2026-06-16T12:00:35Z</dcterms:modified>
</cp:coreProperties>
</file>