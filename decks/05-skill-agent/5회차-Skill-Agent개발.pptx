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5회차 시작. 4회차(MCP 연결) 상기 → 오늘은 오케스트레이터 스킬이 서브에이전트(작성자·검토자)를 부르는 다단계. 데스크톱 Code 탭. 출처: https://code.claude.com/docs/en/sub-agents , https://code.claude.com/docs/en/skills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골든서클. 서브에이전트=specialized AI assistants, 독립 컨텍스트·요약만 반환·병렬 가능. 출처: https://code.claude.com/docs/en/sub-agents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팀장-팀원 비유. 서브에이전트=독립 컨텍스트, 요약만 반환(Preserve context), 역할별 도구 제한, 저렴 모델 라우팅. 출처: https://code.claude.com/docs/en/sub-agents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오케스트레이션=분배·실행·종합. 병렬(독립 경로)·체인(순차) 패턴. 각 서브에이전트는 fresh isolated context. 출처: https://code.claude.com/docs/en/sub-agents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공식: code-reviewer는 Read/Grep/Glob만(읽기 전용), debugger는 Edit 포함. each subagent excels at one task, Write detailed descriptions, Limit tool access. 출처: https://code.claude.com/docs/en/sub-agents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frontmatter: 필수 name·description, 선택 tools(생략 시 전체 상속)·model. 저장: .claude/agents/ 또는 ~/.claude/agents/. 본문=시스템 프롬프트. Code 탭 /agents 미지원→Settings. 파일 직접 추가 시 세션 재시작. 출처: https://code.claude.com/docs/en/sub-agents , https://code.claude.com/docs/en/desktop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하네스=비용·성능·보안 조율. 비용(Haiku 라우팅·과다 경고), 성능(병렬·요약 흡수), 보안(도구 제한·diff 승인). 출처: https://code.claude.com/docs/en/sub-agents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 플래그 비노출. /code-review='checks the diff for correctness bugs and cleanups', /security-review=보안 취약점 분석. /simplify=4개 검토 에이전트 병렬. 출처: https://code.claude.com/docs/en/commands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2종. ①=3회차 스킬을 Skill+Agent로 변환+하네스(직접). ②=주간 기술부채 리포트(GitHub·다수 PR 병렬, 데모). 출처: https://code.claude.com/docs/en/sub-agents , https://code.claude.com/docs/en/commands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제한·검토자 읽기 전용·diff 승인·민감정보 비기재(.claude/agents·SKILL.md는 커밋 대상). 프롬프트 인젝션은 다단계에서 검토자가 추가 방어선. 출처: https://code.claude.com/docs/en/sub-agents , https://code.claude.com/docs/en/skills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 회차 흐름 4→5→6. 2주 과제(3회차 스킬을 Skill+Agent로, 6회차 재료). 출처: https://code.claude.com/docs/en/sub-agents , https://code.claude.com/docs/en/skills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8120"/>
            <a:ext cx="1371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863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ⓒ ICTK · Unicorn — Claude Code 업무 자동화 부트캠프 5회차 · 무단전재 및 배포 금지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788920"/>
          </a:xfrm>
          <a:prstGeom prst="rect">
            <a:avLst/>
          </a:prstGeom>
          <a:solidFill>
            <a:srgbClr val="2C29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2788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502920"/>
            <a:ext cx="1261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E7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업무 자동화 부트캠프 · 5회차 / 11회차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307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+ Agent 개발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307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다 하던 스킬에 '역할 분담'을 더하다 — 오케스트레이터가 서브에이전트를 부르는 다단계 자동화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임직원 (비개발자 포함 입문자)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3208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데스크톱 앱 — "Code" 탭 (GUI)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29216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</p:sp>
      <p:sp>
        <p:nvSpPr>
          <p:cNvPr id="17" name="Text 15"/>
          <p:cNvSpPr/>
          <p:nvPr/>
        </p:nvSpPr>
        <p:spPr>
          <a:xfrm>
            <a:off x="9729216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12096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복습 → 5회차 Skill+Agent → 2주 과제 → 6회차 예고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핵심: 한 스킬이 여러 보조 AI(서브에이전트)에게 일을 나눠 맡기고 결과를 모으는 다단계 자동화를 만듭니다.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혼자 다 하면 빠뜨리고, 나눠 맡기면 꼼꼼해진다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골든서클: WHY → HOW →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64792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명이 글도 쓰고 검토도 하면 자기 실수를 못 봄 — 작성과 점검을 다른 역할이 맡으면 품질↑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07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78892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일을 잘게 나눠 '작성자'·'검토자' 같은 보조 AI(서브에이전트)에게 맡기고, 메인이 결과를 종합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83133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313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813048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오케스트레이터 스킬 하나로 여러 단계가 자동으로 굴러감(작성 → 검토 → 보고)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3~4회차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일하는 방식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스킬이 혼자 처음부터 끝까지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메인이 나눠 맡기고 종합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 점검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맥락 자가 점검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역할(검토자)이 별도 점검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 길면 한 줄로 느림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작업은 동시에(병렬)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21208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521208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기대치: 작성자 → 검토자처럼 역할을 나눈 다단계 스킬을 만들고, 비용·성능·보안까지 고려해 조율(하네스 엔지니어링).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· 서브에이전트란? — 팀장과 팀원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일하는 AI 일꾼 / 특정 역할 보조 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= 스스로 여러 단계를 해내는 AI 일꾼 · 서브에이전트 = 특정 역할만 맡는 보조 AI 일꾼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042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76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 = 메인(오케스트레이터)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일을 쪼개 누구에게 맡길지 정하고, 결과를 모아 최종 정리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493008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1A6E3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027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6E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= 서브에이전트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'작성자'·'검토자'처럼 한 가지 역할만, 자기 책상(독립 작업 공간)에서 처리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91456"/>
            <a:ext cx="7863840" cy="1207008"/>
          </a:xfrm>
          <a:prstGeom prst="roundRect">
            <a:avLst>
              <a:gd name="adj" fmla="val 606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91456"/>
            <a:ext cx="146304" cy="1207008"/>
          </a:xfrm>
          <a:prstGeom prst="roundRect">
            <a:avLst>
              <a:gd name="adj" fmla="val 25000"/>
            </a:avLst>
          </a:prstGeom>
          <a:solidFill>
            <a:srgbClr val="1A5E7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011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 = 요약만 전달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529437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잡다한 과정은 자기 선에서 끝내고 결론(요약)만 올림 → 팀장 책상이 깔끔</a:t>
            </a:r>
            <a:endParaRPr lang="en-US" sz="1600" dirty="0"/>
          </a:p>
        </p:txBody>
      </p:sp>
      <p:pic>
        <p:nvPicPr>
          <p:cNvPr id="19" name="Image 0" descr="C:\Users\hiond\plugins\courseware\output\ictk-automation-bootcamp\decks\05-skill-agent\images\s3_team_metaph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0" y="2194560"/>
            <a:ext cx="5577840" cy="36576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57200" y="617220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6172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따로 두나: 역할마다 쓸 수 있는 도구·권한을 다르게 줄 수 있어 안전하고, 저렴한 모델에 맡겨 비용도 아낌.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오케스트레이션 흐름 — 분배 → 실행 → 종합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메인이 나눠 맡기고 결과를 종합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단계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760720" cy="731520"/>
          </a:xfrm>
          <a:prstGeom prst="roundRect">
            <a:avLst>
              <a:gd name="adj" fmla="val 75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분배(Distribute) — 일을 쪼개 알맞은 서브에이전트에 위임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760720" cy="731520"/>
          </a:xfrm>
          <a:prstGeom prst="roundRect">
            <a:avLst>
              <a:gd name="adj" fmla="val 7500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실행(Run) — 각자 자기 공간에서 독립 실행(안 섞임)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760720" cy="731520"/>
          </a:xfrm>
          <a:prstGeom prst="roundRect">
            <a:avLst>
              <a:gd name="adj" fmla="val 7500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118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종합(Synthesize) — 메인이 요약을 모아 최종 정리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65960"/>
          <a:ext cx="7772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메인(팀장)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서브에이전트(팀원)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요청·역할 맞춰 위임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(대기)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기다림 / 동시 진행 관리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 역할만 수행 → 요약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요약 합쳐 결론 도출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(반환 완료)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" name="Image 0" descr="C:\Users\hiond\plugins\courseware\output\ictk-automation-bootcamp\decks\05-skill-agent\images\s4_orchestration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617720"/>
            <a:ext cx="6217920" cy="1600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58000" y="4617720"/>
            <a:ext cx="7315200" cy="1600200"/>
          </a:xfrm>
          <a:prstGeom prst="roundRect">
            <a:avLst>
              <a:gd name="adj" fmla="val 4571"/>
            </a:avLst>
          </a:prstGeom>
          <a:solidFill>
            <a:srgbClr val="CCFBF1"/>
          </a:solidFill>
          <a:ln/>
        </p:spPr>
      </p:sp>
      <p:sp>
        <p:nvSpPr>
          <p:cNvPr id="15" name="Text 11"/>
          <p:cNvSpPr/>
          <p:nvPr/>
        </p:nvSpPr>
        <p:spPr>
          <a:xfrm>
            <a:off x="7040880" y="4617720"/>
            <a:ext cx="6949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독립적인 일은 동시에(병렬), 이어지는 일은 차례로(체인). 둘 다 결과는 메인이 모음 — 빠르면서도 한 줄로 꿰어집니다.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분리 설계 — 작성자↔검토자 / 수집자↔요약자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서브에이전트는 한 가지 일만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766560" cy="3017520"/>
          </a:xfrm>
          <a:prstGeom prst="roundRect">
            <a:avLst>
              <a:gd name="adj" fmla="val 24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작성자 ↔ 검토자 · 만들고 → 점검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63642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작성자: 글·코드를 만드는 데 집중(쓰기 권한 보유)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검토자: 읽기 전용으로 버그·보안만 점검 → 자기 글을 자기가 못 보는 문제 해소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1828800"/>
            <a:ext cx="6766560" cy="3017520"/>
          </a:xfrm>
          <a:prstGeom prst="roundRect">
            <a:avLst>
              <a:gd name="adj" fmla="val 24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수집자 ↔ 요약자 · 모으고 → 추리기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07808" y="2450592"/>
            <a:ext cx="63642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수집자: 흩어진 자료·로그를 폭넓게 긁어모음(많은 출력 흡수)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요약자: 그중 핵심만 골라 메인에 짧게 보고 → 메인 책상이 안 넘침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팁: 각 역할의 description(언제 부를지)을 명확히, 도구는 꼭 필요한 것만 — 검토자에겐 '읽기 도구'만 주면 실수로 파일을 고칠 일이 없음.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데스크톱 앱에서 서브에이전트 만들기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.claude/agents/이름.md — 설정 칸 + 본문(역할 지침)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583680" cy="82296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부탁: "읽기 전용 코드 검토자 에이전트를 만들어줘"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6583680" cy="822960"/>
          </a:xfrm>
          <a:prstGeom prst="roundRect">
            <a:avLst>
              <a:gd name="adj" fmla="val 6667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4436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승인: .claude/agents/code-reviewer.md 생성 제안 → diff Accept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877056"/>
            <a:ext cx="6583680" cy="82296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77056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호출: "방금 변경분을 검토해줘" → 메인이 자동 위임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6858000" cy="2834640"/>
          </a:xfrm>
          <a:prstGeom prst="roundRect">
            <a:avLst>
              <a:gd name="adj" fmla="val 1935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9792" y="2121408"/>
            <a:ext cx="6528816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code-reviewer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Reviews code for quality and best practices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Glob, Grep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코드 검토자입니다. 변경분의 버그·보안·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가독성을 점검하고 우선순위별 수정안을 제시하세요.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371600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120640"/>
            <a:ext cx="1335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데스크톱 Code 탭은 /agents 메뉴 미지원 → ⚙️ Settings 또는 .claude/agents 파일로 구성. 꼭 필요한 건 name·description 둘뿐(tools·model은 선택).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하네스 엔지니어링 — 비용·성능·보안으로 조율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마구 늘리지 말고 알맞게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434840" cy="251460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(Cost)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40325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단순·반복 역할은 저렴·빠른 모델(예: Haiku)에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서브에이전트가 많을수록 결과가 메인에 모이니 꼭 필요한 만큼만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1828800"/>
            <a:ext cx="4434840" cy="251460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18288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1828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(Performance)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450592"/>
            <a:ext cx="40325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독립적인 일은 병렬로 동시에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무거운 출력(로그·검색)은 서브에이전트가 흡수하고 요약만 전달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1828800"/>
            <a:ext cx="4434840" cy="251460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18288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1828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(Security)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450592"/>
            <a:ext cx="40325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역할별 도구·권한 최소화(검토자=읽기 전용)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작업은 사람이 diff로 최종 승인</a:t>
            </a:r>
            <a:endParaRPr lang="en-US" sz="1600" dirty="0"/>
          </a:p>
        </p:txBody>
      </p:sp>
      <p:pic>
        <p:nvPicPr>
          <p:cNvPr id="17" name="Image 0" descr="C:\Users\hiond\plugins\courseware\output\ictk-automation-bootcamp\decks\05-skill-agent\images\s7_harness_tu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26280"/>
            <a:ext cx="5943600" cy="16916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675120" y="4526280"/>
            <a:ext cx="7498080" cy="1691640"/>
          </a:xfrm>
          <a:prstGeom prst="roundRect">
            <a:avLst>
              <a:gd name="adj" fmla="val 4324"/>
            </a:avLst>
          </a:prstGeom>
          <a:solidFill>
            <a:srgbClr val="CCFBF1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4526280"/>
            <a:ext cx="7132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요점: "더 많이"가 아니라 "역할마다 알맞은 모델·권한·동시성" — 같은 일을 더 싸고·빠르고·안전하게.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빌트인 활용 — PR 품질·보안 병렬 검토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검토자를 안 만들어도 내장 스킬이 대신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/code-review · 코드 품질 점검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6364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변경한 코드의 버그·정리할 곳을 점검 — 품질 관점 검토자 역할 대신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182880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1A5E7E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/security-review · 보안 점검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07808" y="2450592"/>
            <a:ext cx="6364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변경분을 보안 취약점(인젝션·인증 문제·데이터 노출) 관점에서 분석 — ICTK 보안 기업에 특히 유용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4297680"/>
            <a:ext cx="1371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병렬의 힘: 두 검토를 함께(동시에) 돌리면 품질·보안을 한 번에 — 작성자 스킬과 이어 붙이면 "작성 → (품질·보안 동시 검토) → 보고" 완성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525780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25780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/simplify는 내부적으로 네 개의 검토 에이전트를 병렬로 돌림 — '한 스킬이 여러 보조 AI를 부른다'는 오늘의 개념이 빌트인에 이미 적용된 예.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작성자→검토자 2단계 / 주간 기술부채 리포트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손으로 해보기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766560" cy="3017520"/>
          </a:xfrm>
          <a:prstGeom prst="roundRect">
            <a:avLst>
              <a:gd name="adj" fmla="val 24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작성자 → 검토자 2단계 [직접]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63642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정보조사 스킬을 Skill+Agent로 변환 + 하네스 엔지니어링 추가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메인이 작성자에 초안 위임 → 검토자(읽기 전용)가 품질·보안 점검 → 메인 종합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 전 코드검토를 /code-review·/security-review 병렬로 붙여 체험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1828800"/>
            <a:ext cx="6766560" cy="3017520"/>
          </a:xfrm>
          <a:prstGeom prst="roundRect">
            <a:avLst>
              <a:gd name="adj" fmla="val 24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8288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828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주간 기술부채 리포트 [데모]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07808" y="2450592"/>
            <a:ext cx="63642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7일 머지된 PR 조회 → 각 PR을 병렬로 리뷰 → 팀 주간 리포트 한 번에 생성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PR을 동시에(병렬) 검토하고 결과를 하나의 리포트로 종합하는 다단계 자동화 체험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산출물: 직접 만드는 것은 ①(Skill + Agent) — 메인 스킬 + 서브에이전트(작성자·검토자) + 하네스(모델·권한·병렬) 적용.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안전 수칙 — 권한 최소·사람 최종 승인·정보 격리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일꾼을 부려도 흔들리지 않는 3원칙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서브에이전트 권한 최소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81635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역할에 꼭 필요한 도구만 — 검토자는 읽기 전용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작성자도 폴더 밖은 못 건드림(데이터 격리)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219456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219456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08" y="2194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사람 최종 승인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81635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자동으로 굴러가도 편집·실행은 diff Accept/Reject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 어려운 작업(배포·제출)은 사람이 직접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2194560"/>
            <a:ext cx="4434840" cy="27432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9216" y="219456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729216" y="2194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민감정보 격리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816352"/>
            <a:ext cx="40325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비밀번호·고객정보·ICTK 핵심 보안 자산은 에이전트/스킬 파일에 그대로 적지 말 것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파일은 공유·커밋될 수 있음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1371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66360"/>
            <a:ext cx="1335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인젝션 경계: 외부 문서·PR 속 숨은 지시문이 서브에이전트를 속일 수 있으니, 신뢰되지 않은 입력은 검토자 단계에서 한 번 더 걸러냄.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· 2주 과제 · 6회차(Plugin) 예고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요약 / 흐름 / 할 일 / 다음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18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075688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+ Agent = 역할 나눈 다단계: 메인이 분배 → 실행 → 종합 / 서브에이전트는 .claude/agents 파일(필수 name·description), 데스크톱은 ⚙️ Settings/파일</a:t>
            </a:r>
            <a:endParaRPr lang="en-US" sz="16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하네스 엔지니어링: 비용(저렴 모델)·성능(병렬·요약)·보안(권한 최소·사람 승인) / 빌트인(/code-review·/security-review) 병렬 활용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흐름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+ 웹/외부 MCP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Claude를 바깥 세계와 연결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+ Agent(다단계)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 나눠 맡기고 종합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6회차(예고)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Plugin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스킬·에이전트·MCP 묶어 배포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16052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과제 — 3회차 스킬을 Skill+Agent로: ① 역할 나누기(작성자·검토자 서브에이전트) → ② 하네스 적용(역할별 모델·권한·병렬) → ③ 실사용·개선(= 6회차 Plugin 패키징 재료)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512064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12064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6회차 예고 — Plugin: 오늘 만든 스킬·서브에이전트와 4회차 MCP를 하나의 Plugin으로 묶어 팀·전사에 사내 표준으로 배포합니다.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ICTK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5회차 — Skill + Agent 개발</dc:title>
  <dc:subject>Claude Code 업무 자동화 부트캠프 5회차</dc:subject>
  <dc:creator>Unicorn / 이해경</dc:creator>
  <cp:lastModifiedBy>Unicorn / 이해경</cp:lastModifiedBy>
  <cp:revision>1</cp:revision>
  <dcterms:created xsi:type="dcterms:W3CDTF">2026-06-16T10:57:43Z</dcterms:created>
  <dcterms:modified xsi:type="dcterms:W3CDTF">2026-06-16T10:57:43Z</dcterms:modified>
</cp:coreProperties>
</file>