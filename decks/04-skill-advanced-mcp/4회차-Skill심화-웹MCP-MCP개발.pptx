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4회차 시작. 3회차(SKILL.md 재사용) 상기 → 오늘은 MCP로 웹브라우저·도우미·자작 도구를 결합. 데스크톱 앱 Code 탭(GUI). 유료 계정 필요. 출처: https://code.claude.com/docs/en/mcp , https://code.claude.com/docs/en/chrome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골든서클. MCP 공식 정의(open standard for AI-tool integrations)를 '표준 콘센트' 비유로. 보안 메시지(폴더 격리·사람 승인). 출처: https://code.claude.com/docs/en/mcp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분기점. Playwright MCP=별도 자동화 브라우저(접근성 트리 기반, 계정 불필요), Claude in Chrome=실제 브라우저 공유(beta, Chrome/Edge, 직접 Anthropic 플랜). 출처: https://github.com/microsoft/playwright-mcp , https://code.claude.com/docs/en/chrome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Playwright MCP. 공식 README: accessibility tree 기반(픽셀 아님), 빠르고 deterministic, 계정 불필요, 브라우저 창 보임. 설정 예시는 README config(데스크톱은 프롬프트로 추가 후 diff 승인). Node 18+. 출처: https://github.com/microsoft/playwright-mcp , https://code.claude.com/docs/en/mcp-quickstart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in Chrome: beta, Chrome/Edge만, 직접 Anthropic 플랜, 내 로그인 공유, login/CAPTCHA 시 사람에게 멈춰 물음, 사이트별 권한. 출처: https://code.claude.com/docs/en/chrome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context7=upstash(최신 버전별 공식문서 주입, 'use context7'), sequential thinking=modelcontextprotocol servers(문제를 단계적 사고로 분해·수정·분기). 출처: https://github.com/upstash/context7 , https://github.com/modelcontextprotocol/servers/tree/main/src/sequentialthinking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서버 3대 능력: Resources/Tools(사람 승인 후 실행)/Prompts. Python(3.10+, mcp[cli]) 또는 Node SDK. Claude Code가 코드 scaffold/설명. 출처: https://modelcontextprotocol.io/docs/develop/build-server , https://code.claude.com/docs/en/mcp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Skill+MCP 결합. Skill='절차', MCP='도구'. SKILL.md 본문에 도구 사용 단계를 한 줄 추가하는 것으로 결합(공식 Skill 'Compose'). 출처: https://code.claude.com/docs/en/skills , https://code.claude.com/docs/en/mcp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3종(커리큘럼 그대로). ①③ 직접 실습(산출물), ② beta·로그인 필요라 데모. 출처: https://github.com/microsoft/playwright-mcp , https://code.claude.com/docs/en/chrome , https://code.claude.com/docs/en/mcp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경고: 연결 전 서버 신뢰 확인, 외부 콘텐츠 서버는 프롬프트 인젝션 위험. 프로젝트 스코프 MCP는 승인 후 사용. ToS·robots·로그인은 사람. 출처: https://code.claude.com/docs/en/mcp , https://code.claude.com/docs/en/chrome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종합 정리. 회차 흐름 3→4→5. 2주 과제(웹 주기 정보를 Playwright MCP 조회 Skill로, 5회차 재료). 출처: https://code.claude.com/docs/en/mcp , https://code.claude.com/docs/en/skills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818120"/>
            <a:ext cx="1371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8638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6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 ICTK · Unicorn — Claude Code 업무 자동화 부트캠프 4회차 · 무단전재 및 배포 금지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2788920"/>
          </a:xfrm>
          <a:prstGeom prst="rect">
            <a:avLst/>
          </a:prstGeom>
          <a:solidFill>
            <a:srgbClr val="2C29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56032" cy="2788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502920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E7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업무 자동화 부트캠프 · 4회차 / 11회차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960120"/>
            <a:ext cx="13075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심화 + 웹브라우저 MCP + MCP 개발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1307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D8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지침만의 Skill에 "웹·외부·자작 도구"를 결합해 할 수 있는 일의 범위를 넓힘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3776AB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ICTK 임직원 (비개발자 포함 입문자)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93208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93208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1A5E7E"/>
          </a:solidFill>
          <a:ln/>
        </p:spPr>
      </p:sp>
      <p:sp>
        <p:nvSpPr>
          <p:cNvPr id="13" name="Text 11"/>
          <p:cNvSpPr/>
          <p:nvPr/>
        </p:nvSpPr>
        <p:spPr>
          <a:xfrm>
            <a:off x="5093208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76088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데스크톱 앱 — "Code" 탭 (GUI)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729216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29216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1A6E36"/>
          </a:solidFill>
          <a:ln/>
        </p:spPr>
      </p:sp>
      <p:sp>
        <p:nvSpPr>
          <p:cNvPr id="17" name="Text 15"/>
          <p:cNvSpPr/>
          <p:nvPr/>
        </p:nvSpPr>
        <p:spPr>
          <a:xfrm>
            <a:off x="9729216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912096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복습 → 4회차 웹·MCP → 2주 과제 → 5회차 예고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07492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507492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핵심: MCP(외부 도구를 잇는 표준 콘센트)로 웹브라우저·도우미·자작 도구를 Skill에 꽂아 확장합니다.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— Skill에 "손과 눈"을 달면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골든서클: WHY → HOW → WHAT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858000" cy="3383280"/>
          </a:xfrm>
          <a:prstGeom prst="roundRect">
            <a:avLst>
              <a:gd name="adj" fmla="val 216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78308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830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1764792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Skill은 "지침"만 있어 내 PC 폴더 안에서만 동작 — 웹 정보·최신 문서·없는 기능은 못 씀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807208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8072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11680" y="278892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MCP(Claude에 외부 도구를 잇는 "표준 콘센트")로 웹브라우저·문서조회·자작 도구를 꽂아 줌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3831336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831336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WHAT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11680" y="381304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Skill이 웹을 조회·조작하고, 최신 공식문서를 참고하고, 나만의 기능(이미지 생성)까지 호출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554480"/>
          <a:ext cx="65836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Skill이 쓰는 도구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지침(자연어)만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지침 + MCP로 연결한 외부 도구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닿는 범위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PC 폴더 안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웹·외부 서비스·자작 도구까지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산출물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지침만 SKILL.md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MCP 연동 Skill + 웹 조회 Skill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212080"/>
            <a:ext cx="13716000" cy="713232"/>
          </a:xfrm>
          <a:prstGeom prst="roundRect">
            <a:avLst>
              <a:gd name="adj" fmla="val 10256"/>
            </a:avLst>
          </a:prstGeom>
          <a:solidFill>
            <a:srgbClr val="CCFBF1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5212080"/>
            <a:ext cx="1335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🔒 ICTK: 범위가 넓어질수록 기본기가 중요 — Claude는 내가 고른 폴더 안에서만 작업하고, 웹 조작·편집·실행은 사람이 diff로 Accept/Reject 후에만 진행(데이터 격리·사람 최종 승인).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자동화 2종 — Playwright MCP vs Claude in Chrome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"웹"이지만 브라우저가 다름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3716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Playwright MCP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in Chrome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어떤 브라우저?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Claude가 제어하는 별도 자동화 브라우저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쓰는 실제 Chrome/Edge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로그인 상태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분리(깨끗) — 내 세션과 별개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공유 — 이미 로그인한 사이트 접근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잘 맞는 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공개 웹 정보 조회·정리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로그인이 필요한 내 계정 작업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안정(설치형)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beta — 별도 Anthropic 플랜 필요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572000"/>
            <a:ext cx="1371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 MCP(웹브라우저 자동 조작): 화면 그림이 아니라 페이지 구조(접근성 트리)를 읽어 클릭·입력·이동 → 빠르고 안정적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Chrome(내 브라우저에 붙는 Claude): 로그인·CAPTCHA가 나오면 멈추고 사람에게 처리해 달라고 물음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5669280"/>
            <a:ext cx="13716000" cy="640080"/>
          </a:xfrm>
          <a:prstGeom prst="roundRect">
            <a:avLst>
              <a:gd name="adj" fmla="val 11429"/>
            </a:avLst>
          </a:prstGeom>
          <a:solidFill>
            <a:srgbClr val="CCFBF1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669280"/>
            <a:ext cx="1335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안전선: 둘 다 사이트 이용약관(ToS)·로봇 정책을 지키고, 로그인은 사람이, 외부 페이지의 숨은 지시(프롬프트 인젝션)를 경계.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 MCP — 웹 조회·조작을 자동으로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자동화 브라우저로 공개 웹 수집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Claude가 별도 자동화 브라우저를 띄워 페이지를 읽고 클릭·입력·이동하는 MCP — 공개 웹 정보 수집에 적합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흐름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6583680" cy="658368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468880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연결: "playwright MCP를 추가해줘" → diff Accept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236976"/>
            <a:ext cx="6583680" cy="658368"/>
          </a:xfrm>
          <a:prstGeom prst="roundRect">
            <a:avLst>
              <a:gd name="adj" fmla="val 8333"/>
            </a:avLst>
          </a:prstGeom>
          <a:solidFill>
            <a:srgbClr val="0284C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236976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지시: "example.com 을 열고 제목 알려줘"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005072"/>
            <a:ext cx="6583680" cy="658368"/>
          </a:xfrm>
          <a:prstGeom prst="roundRect">
            <a:avLst>
              <a:gd name="adj" fmla="val 8333"/>
            </a:avLst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005072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실행: 접근성 트리(페이지 구조)를 읽어 이동·클릭·입력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773168"/>
            <a:ext cx="6583680" cy="658368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773168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정리: 가져온 정보를 표·요약으로 반환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0" y="246888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79792" y="2578608"/>
            <a:ext cx="652881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"mcpServers": {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"playwright": {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"command": "npx",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"args": ["-y", "@playwright/mcp@latest"]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pic>
        <p:nvPicPr>
          <p:cNvPr id="17" name="Image 0" descr="C:\Users\hiond\plugins\courseware\output\ictk-automation-bootcamp\decks\04-skill-advanced-mcp\images\s4_playwright_stru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4434840"/>
            <a:ext cx="6858000" cy="13258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457200" y="589788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589788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핵심: 화면을 "보고 누르는" 방식이 아니라 페이지 구조를 읽는 방식이라 빠르고 일정함 — 계정 없이 공개 웹 조회 가능. 브라우저 창이 떠서 무슨 일을 하는지 눈으로 확인 가능.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 — 내 브라우저에서 조회·요약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로그인 상태 그대로 (beta)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쓰는 실제 Chrome/Edge에 Claude가 붙어, 내가 로그인한 상태 그대로 웹을 다루는 beta 기능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흐름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4754880" cy="640080"/>
          </a:xfrm>
          <a:prstGeom prst="roundRect">
            <a:avLst>
              <a:gd name="adj" fmla="val 8571"/>
            </a:avLst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46888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⚙️ Settings / /chrome 로 켬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4754880" cy="640080"/>
          </a:xfrm>
          <a:prstGeom prst="roundRect">
            <a:avLst>
              <a:gd name="adj" fmla="val 8571"/>
            </a:avLst>
          </a:prstGeom>
          <a:solidFill>
            <a:srgbClr val="0284C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218688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새 탭을 열어 작업(보이는 창, 실시간)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968496"/>
            <a:ext cx="4754880" cy="640080"/>
          </a:xfrm>
          <a:prstGeom prst="roundRect">
            <a:avLst>
              <a:gd name="adj" fmla="val 8571"/>
            </a:avLst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968496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로그인·CAPTCHA 시 멈추고 사람에게 요청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718304"/>
            <a:ext cx="4754880" cy="640080"/>
          </a:xfrm>
          <a:prstGeom prst="roundRect">
            <a:avLst>
              <a:gd name="adj" fmla="val 8571"/>
            </a:avLst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718304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결과 요약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40680" y="2377440"/>
            <a:ext cx="4114800" cy="3200400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23560" y="248716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— 반도체 논문 검색·요약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650992" y="2926080"/>
            <a:ext cx="37490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논문 사이트 이동 → "반도체" 검색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결과의 제목·초록을 추려 한국어 요약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브라우저라 이미 로그인한 사이트도 접근(별도 API 불필요)</a:t>
            </a:r>
            <a:endParaRPr lang="en-US" sz="1600" dirty="0"/>
          </a:p>
        </p:txBody>
      </p:sp>
      <p:pic>
        <p:nvPicPr>
          <p:cNvPr id="18" name="Image 0" descr="C:\Users\hiond\plugins\courseware\output\ictk-automation-bootcamp\decks\04-skill-advanced-mcp\images\s5_chrome_overl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784080" y="2377440"/>
            <a:ext cx="4389120" cy="320040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57200" y="5852160"/>
            <a:ext cx="13716000" cy="640080"/>
          </a:xfrm>
          <a:prstGeom prst="roundRect">
            <a:avLst>
              <a:gd name="adj" fmla="val 11429"/>
            </a:avLst>
          </a:prstGeom>
          <a:solidFill>
            <a:srgbClr val="FEF3C7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852160"/>
            <a:ext cx="1335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 ICTK: beta·실제 브라우저라 신뢰 경계가 더 중요 — 사이트별 권한을 좁게, 프롬프트 인젝션 경계, 로그인은 항상 사람이 직접.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도우미 MCP 2종 — context7 · sequential thinking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Skill의 품질을 높이는 보조 도구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6766560" cy="3017520"/>
          </a:xfrm>
          <a:prstGeom prst="roundRect">
            <a:avLst>
              <a:gd name="adj" fmla="val 242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28800"/>
            <a:ext cx="6766560" cy="502920"/>
          </a:xfrm>
          <a:prstGeom prst="roundRect">
            <a:avLst>
              <a:gd name="adj" fmla="val 14545"/>
            </a:avLst>
          </a:prstGeom>
          <a:solidFill>
            <a:srgbClr val="3776AB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28800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context7 · 최신 공식문서 조회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450592"/>
            <a:ext cx="6364224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라이브러리·프레임워크의 최신·버전별 공식문서와 코드 예시를 실시간으로 프롬프트에 넣어 줌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"use context7"라고 덧붙이면 옛 기억이 아닌 지금의 정식 문서 기준으로 답함(오래된·없는 API 환각 감소)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06640" y="1828800"/>
            <a:ext cx="6766560" cy="3017520"/>
          </a:xfrm>
          <a:prstGeom prst="roundRect">
            <a:avLst>
              <a:gd name="adj" fmla="val 242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06640" y="1828800"/>
            <a:ext cx="6766560" cy="502920"/>
          </a:xfrm>
          <a:prstGeom prst="roundRect">
            <a:avLst>
              <a:gd name="adj" fmla="val 14545"/>
            </a:avLst>
          </a:prstGeom>
          <a:solidFill>
            <a:srgbClr val="1A5E7E"/>
          </a:solidFill>
          <a:ln/>
        </p:spPr>
      </p:sp>
      <p:sp>
        <p:nvSpPr>
          <p:cNvPr id="11" name="Text 9"/>
          <p:cNvSpPr/>
          <p:nvPr/>
        </p:nvSpPr>
        <p:spPr>
          <a:xfrm>
            <a:off x="7406640" y="1828800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sequential thinking · 단계적 사고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607808" y="2450592"/>
            <a:ext cx="6364224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문제를 여러 생각 단계로 쪼개고, 필요하면 수정·분기하며 차근차근 풀도록 돕는 표준 MCP 서버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 절차·설계처럼 한 번에 답하기 어려운 일의 정확도를 높임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512064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12064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요점: 둘 다 "직접 호출"보다 Skill/요청 속에서 알아서 쓰이는 보조 도구 — Skill에 붙이면 결과가 더 최신·더 정확해집니다.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 MCP 만들기 — 자작 도구를 표준 도구로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코드는 Claude가 생성·설명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"서버" = 내 기능(도구)을 표준 방식으로 노출하는 작은 프로그램 — 만들면 Claude가 "도구함"에 넣고 씀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만드는 흐름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6583680" cy="804672"/>
          </a:xfrm>
          <a:prstGeom prst="roundRect">
            <a:avLst>
              <a:gd name="adj" fmla="val 6818"/>
            </a:avLst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468880"/>
            <a:ext cx="65836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무엇을: "GPT Image로 그림 만드는 기능을 MCP로" 말로 설명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383280"/>
            <a:ext cx="6583680" cy="804672"/>
          </a:xfrm>
          <a:prstGeom prst="roundRect">
            <a:avLst>
              <a:gd name="adj" fmla="val 6818"/>
            </a:avLst>
          </a:pr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83280"/>
            <a:ext cx="65836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생성: Claude가 파이썬/노드 SDK 코드를 작성·설명 → diff Accept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297680"/>
            <a:ext cx="6583680" cy="804672"/>
          </a:xfrm>
          <a:prstGeom prst="roundRect">
            <a:avLst>
              <a:gd name="adj" fmla="val 6818"/>
            </a:avLst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297680"/>
            <a:ext cx="65836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연결·확인: MCP로 등록 → 도구가 잘 보이는지 확인 후 사용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0" y="2468880"/>
            <a:ext cx="6858000" cy="1783080"/>
          </a:xfrm>
          <a:prstGeom prst="roundRect">
            <a:avLst>
              <a:gd name="adj" fmla="val 307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79792" y="2578608"/>
            <a:ext cx="6528816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 서버가 노출하는 것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도구(Tools)     : Claude가 호출하는 기능(승인 후 실행)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리소스(Resources): 읽어올 데이터(파일·API 응답)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프롬프트(Prompts): 자주 쓰는 작업 템플릿</a:t>
            </a:r>
            <a:endParaRPr lang="en-US" sz="1600" dirty="0"/>
          </a:p>
        </p:txBody>
      </p:sp>
      <p:pic>
        <p:nvPicPr>
          <p:cNvPr id="15" name="Image 0" descr="C:\Users\hiond\plugins\courseware\output\ictk-automation-bootcamp\decks\04-skill-advanced-mcp\images\s7_custom_mc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4389120"/>
            <a:ext cx="6858000" cy="13716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457200" y="589788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589788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핵심: 비개발자도 가능 — 코드는 Claude가 쓰고 설명함. 핵심은 "어떤 기능을, 어떤 입력으로, 무엇을 돌려줄지"를 내가 말로 정의하는 것.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+ MCP 결합 — 정보조사 스킬에 이미지 생성 더하기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Skill(절차) + MCP(도구) = 레고 조합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3회차에서 만든 정보조사 스킬에, 7번에서 만든 이미지 생성 MCP를 붙여 기능을 확장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확장 흐름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6675120" cy="841248"/>
          </a:xfrm>
          <a:prstGeom prst="roundRect">
            <a:avLst>
              <a:gd name="adj" fmla="val 6522"/>
            </a:avLst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14600"/>
            <a:ext cx="66751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기존: 정보조사 스킬 = 검색 → 레포트 → 슬라이드(지침)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6675120" cy="841248"/>
          </a:xfrm>
          <a:prstGeom prst="roundRect">
            <a:avLst>
              <a:gd name="adj" fmla="val 6522"/>
            </a:avLst>
          </a:pr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474720"/>
            <a:ext cx="66751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추가: SKILL.md 본문에 "표지·삽화는 GPT Image MCP로 생성" 한 줄 추가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434840"/>
            <a:ext cx="6675120" cy="841248"/>
          </a:xfrm>
          <a:prstGeom prst="roundRect">
            <a:avLst>
              <a:gd name="adj" fmla="val 6522"/>
            </a:avLst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434840"/>
            <a:ext cx="66751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결과: 한 번의 호출로 조사 → 레포트 → 이미지까지 생성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06640" y="21031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SKILL.md에 추가하는 지침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406640" y="2514600"/>
            <a:ext cx="67665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71232" y="2624328"/>
            <a:ext cx="643737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작업방법(추가)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레포트 핵심 장면을 그림으로 표현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GPT Image MCP로 표지 이미지 1장 생성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생성 이미지를 슬라이드에 삽입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557784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57784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핵심: Skill(절차) + MCP(도구)는 레고처럼 조합 — 같은 방식으로 Playwright MCP를 붙이면 "웹 조회 Skill"(다음 실습)이 됩니다.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3종 — 웹 조회 / 논문 요약 / MCP 제작·연동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손으로 해보기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4434840" cy="3017520"/>
          </a:xfrm>
          <a:prstGeom prst="roundRect">
            <a:avLst>
              <a:gd name="adj" fmla="val 242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0312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10312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웹 조회 Skill [직접]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724912"/>
            <a:ext cx="4032504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 MCP로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웹의 정보 한 가지를 조회·정리하는 Skill을 만듦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/웹조회 로 호출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93208" y="2103120"/>
            <a:ext cx="4434840" cy="3017520"/>
          </a:xfrm>
          <a:prstGeom prst="roundRect">
            <a:avLst>
              <a:gd name="adj" fmla="val 242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93208" y="210312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</p:sp>
      <p:sp>
        <p:nvSpPr>
          <p:cNvPr id="11" name="Text 9"/>
          <p:cNvSpPr/>
          <p:nvPr/>
        </p:nvSpPr>
        <p:spPr>
          <a:xfrm>
            <a:off x="5093208" y="210312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논문 요약 [데모]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94376" y="2724912"/>
            <a:ext cx="4032504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Chrome으로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아카이브에서 '반도체' 논문 검색 → 제목·초록 요약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(beta·로그인은 사람)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729216" y="2103120"/>
            <a:ext cx="4434840" cy="3017520"/>
          </a:xfrm>
          <a:prstGeom prst="roundRect">
            <a:avLst>
              <a:gd name="adj" fmla="val 242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29216" y="210312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8B1A1A"/>
          </a:solidFill>
          <a:ln/>
        </p:spPr>
      </p:sp>
      <p:sp>
        <p:nvSpPr>
          <p:cNvPr id="15" name="Text 13"/>
          <p:cNvSpPr/>
          <p:nvPr/>
        </p:nvSpPr>
        <p:spPr>
          <a:xfrm>
            <a:off x="9729216" y="210312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MCP 제작·연동 [직접]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930384" y="2724912"/>
            <a:ext cx="4032504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GPT Image 이미지 생성 MCP를 만들고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정보조사 스킬에 이미지 생성 기능 추가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534924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34924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산출물: MCP 연동 Skill(③) + 웹 조회 Skill(①) — 둘 다 직접 만들어 완성.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ICTK 안전 수칙 — 웹·외부 도구는 "경계하며"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범위가 넓어져도 흔들리지 않는 3원칙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443484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웹 자동화는 규칙 안에서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816352"/>
            <a:ext cx="40325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사이트 이용약관(ToS)·로봇 정책(robots) 준수, 과도한 자동 접근 금지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로그인·CAPTCHA는 사람이 직접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93208" y="2194560"/>
            <a:ext cx="443484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93208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</p:sp>
      <p:sp>
        <p:nvSpPr>
          <p:cNvPr id="11" name="Text 9"/>
          <p:cNvSpPr/>
          <p:nvPr/>
        </p:nvSpPr>
        <p:spPr>
          <a:xfrm>
            <a:off x="5093208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신뢰된 MCP만 연결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94376" y="2816352"/>
            <a:ext cx="40325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MCP는 새 능력 부여 → 소프트웨어 설치처럼 취급, 출처 신뢰 서버만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콘텐츠를 가져오는 서버는 프롬프트 인젝션 위험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729216" y="2194560"/>
            <a:ext cx="443484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29216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8B1A1A"/>
          </a:solidFill>
          <a:ln/>
        </p:spPr>
      </p:sp>
      <p:sp>
        <p:nvSpPr>
          <p:cNvPr id="15" name="Text 13"/>
          <p:cNvSpPr/>
          <p:nvPr/>
        </p:nvSpPr>
        <p:spPr>
          <a:xfrm>
            <a:off x="9729216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사람 최종 승인·데이터 격리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930384" y="2816352"/>
            <a:ext cx="40325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편집·실행·웹 조작은 diff Accept/Reject로 사람이 확인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고른 폴더 안에서만 작업 — 핵심 보안 자산은 외부로 안 내보냄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5166360"/>
            <a:ext cx="13716000" cy="640080"/>
          </a:xfrm>
          <a:prstGeom prst="roundRect">
            <a:avLst>
              <a:gd name="adj" fmla="val 11429"/>
            </a:avLst>
          </a:prstGeom>
          <a:solidFill>
            <a:srgbClr val="CCFBF1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166360"/>
            <a:ext cx="1335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인젝션(웹페이지·외부 도구 속 숨은 지시문이 Claude를 속이는 공격)을 항상 경계 — 프로젝트 MCP는 승인(approval) 후에만 사용.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 · 회차 흐름 · 2주 과제 · 5회차 예고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요약 / 흐름 / 할 일 / 다음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6766560" cy="219456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1848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것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2075688"/>
            <a:ext cx="6309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= Claude에 외부 도구를 잇는 표준 콘센트: 웹브라우저(Playwright·Chrome)·도우미(context7·sequential thinking)·자작 도구까지 연결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+ MCP = 레고 조합: 지침 Skill에 도구를 붙여 웹 조회 Skill / MCP 연동 Skill 완성 — 코드는 Claude가 생성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0" y="1508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회차 흐름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92024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기초(SKILL.md)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 작업 재사용 승격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심화 + 웹 MCP + MCP 개발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외부·자작 도구 결합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5회차(예고)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+ Agent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서브에이전트 다단계 자동화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416052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416052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 과제 — 웹에서 주기적으로 확인하는 정보 1개를 Playwright MCP 조회 Skill로: ① 고르기 → ② 만들기(Playwright MCP 조회 Skill) → ③ 실사용·개선(= 5회차 다단계 워크플로우 재료)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57200" y="512064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512064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5회차 예고 — Skill + Agent: 오늘 만든 도구 결합 Skill을 여러 역할(작성자·검토자)로 나눠 오케스트레이터가 호출하는 다단계 자동화로 발전시킵니다.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ICTK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4회차 — Skill 심화 + 웹브라우저 MCP + MCP 개발</dc:title>
  <dc:subject>Claude Code 업무 자동화 부트캠프 4회차</dc:subject>
  <dc:creator>Unicorn / 이해경</dc:creator>
  <cp:lastModifiedBy>Unicorn / 이해경</cp:lastModifiedBy>
  <cp:revision>1</cp:revision>
  <dcterms:created xsi:type="dcterms:W3CDTF">2026-06-16T10:45:52Z</dcterms:created>
  <dcterms:modified xsi:type="dcterms:W3CDTF">2026-06-16T10:45:52Z</dcterms:modified>
</cp:coreProperties>
</file>